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21374100" cy="305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lvl1pPr>
    <a:lvl2pPr marL="0" marR="0" indent="1059744"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lvl2pPr>
    <a:lvl3pPr marL="0" marR="0" indent="2119488"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lvl3pPr>
    <a:lvl4pPr marL="0" marR="0" indent="3179231"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lvl4pPr>
    <a:lvl5pPr marL="0" marR="0" indent="4238976"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lvl5pPr>
    <a:lvl6pPr marL="0" marR="0" indent="5298718"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lvl6pPr>
    <a:lvl7pPr marL="0" marR="0" indent="6358463"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lvl7pPr>
    <a:lvl8pPr marL="0" marR="0" indent="7418206"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lvl8pPr>
    <a:lvl9pPr marL="0" marR="0" indent="8477950"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b="def" i="def"/>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2119488" latinLnBrk="0">
      <a:defRPr sz="1200">
        <a:latin typeface="+mn-lt"/>
        <a:ea typeface="+mn-ea"/>
        <a:cs typeface="+mn-cs"/>
        <a:sym typeface="Calibri"/>
      </a:defRPr>
    </a:lvl1pPr>
    <a:lvl2pPr indent="228600" defTabSz="2119488" latinLnBrk="0">
      <a:defRPr sz="1200">
        <a:latin typeface="+mn-lt"/>
        <a:ea typeface="+mn-ea"/>
        <a:cs typeface="+mn-cs"/>
        <a:sym typeface="Calibri"/>
      </a:defRPr>
    </a:lvl2pPr>
    <a:lvl3pPr indent="457200" defTabSz="2119488" latinLnBrk="0">
      <a:defRPr sz="1200">
        <a:latin typeface="+mn-lt"/>
        <a:ea typeface="+mn-ea"/>
        <a:cs typeface="+mn-cs"/>
        <a:sym typeface="Calibri"/>
      </a:defRPr>
    </a:lvl3pPr>
    <a:lvl4pPr indent="685800" defTabSz="2119488" latinLnBrk="0">
      <a:defRPr sz="1200">
        <a:latin typeface="+mn-lt"/>
        <a:ea typeface="+mn-ea"/>
        <a:cs typeface="+mn-cs"/>
        <a:sym typeface="Calibri"/>
      </a:defRPr>
    </a:lvl4pPr>
    <a:lvl5pPr indent="914400" defTabSz="2119488" latinLnBrk="0">
      <a:defRPr sz="1200">
        <a:latin typeface="+mn-lt"/>
        <a:ea typeface="+mn-ea"/>
        <a:cs typeface="+mn-cs"/>
        <a:sym typeface="Calibri"/>
      </a:defRPr>
    </a:lvl5pPr>
    <a:lvl6pPr indent="1143000" defTabSz="2119488" latinLnBrk="0">
      <a:defRPr sz="1200">
        <a:latin typeface="+mn-lt"/>
        <a:ea typeface="+mn-ea"/>
        <a:cs typeface="+mn-cs"/>
        <a:sym typeface="Calibri"/>
      </a:defRPr>
    </a:lvl6pPr>
    <a:lvl7pPr indent="1371600" defTabSz="2119488" latinLnBrk="0">
      <a:defRPr sz="1200">
        <a:latin typeface="+mn-lt"/>
        <a:ea typeface="+mn-ea"/>
        <a:cs typeface="+mn-cs"/>
        <a:sym typeface="Calibri"/>
      </a:defRPr>
    </a:lvl7pPr>
    <a:lvl8pPr indent="1600200" defTabSz="2119488" latinLnBrk="0">
      <a:defRPr sz="1200">
        <a:latin typeface="+mn-lt"/>
        <a:ea typeface="+mn-ea"/>
        <a:cs typeface="+mn-cs"/>
        <a:sym typeface="Calibri"/>
      </a:defRPr>
    </a:lvl8pPr>
    <a:lvl9pPr indent="1828800" defTabSz="2119488"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603771" y="4998932"/>
            <a:ext cx="18176083" cy="10634217"/>
          </a:xfrm>
          <a:prstGeom prst="rect">
            <a:avLst/>
          </a:prstGeom>
        </p:spPr>
        <p:txBody>
          <a:bodyPr anchor="b"/>
          <a:lstStyle>
            <a:lvl1pPr algn="ctr">
              <a:defRPr sz="14000"/>
            </a:lvl1pPr>
          </a:lstStyle>
          <a:p>
            <a:pPr/>
            <a:r>
              <a:t>Title Text</a:t>
            </a:r>
          </a:p>
        </p:txBody>
      </p:sp>
      <p:sp>
        <p:nvSpPr>
          <p:cNvPr id="12" name="Body Level One…"/>
          <p:cNvSpPr txBox="1"/>
          <p:nvPr>
            <p:ph type="body" sz="quarter" idx="1"/>
          </p:nvPr>
        </p:nvSpPr>
        <p:spPr>
          <a:xfrm>
            <a:off x="2672952" y="16043243"/>
            <a:ext cx="16037720" cy="7374658"/>
          </a:xfrm>
          <a:prstGeom prst="rect">
            <a:avLst/>
          </a:prstGeom>
        </p:spPr>
        <p:txBody>
          <a:bodyPr/>
          <a:lstStyle>
            <a:lvl1pPr marL="0" indent="0" algn="ctr">
              <a:buSzTx/>
              <a:buFontTx/>
              <a:buNone/>
              <a:defRPr sz="5600"/>
            </a:lvl1pPr>
            <a:lvl2pPr marL="0" indent="1069161" algn="ctr">
              <a:buSzTx/>
              <a:buFontTx/>
              <a:buNone/>
              <a:defRPr sz="5600"/>
            </a:lvl2pPr>
            <a:lvl3pPr marL="0" indent="2138323" algn="ctr">
              <a:buSzTx/>
              <a:buFontTx/>
              <a:buNone/>
              <a:defRPr sz="5600"/>
            </a:lvl3pPr>
            <a:lvl4pPr marL="0" indent="3207486" algn="ctr">
              <a:buSzTx/>
              <a:buFontTx/>
              <a:buNone/>
              <a:defRPr sz="5600"/>
            </a:lvl4pPr>
            <a:lvl5pPr marL="0" indent="4276649" algn="ctr">
              <a:buSzTx/>
              <a:buFontTx/>
              <a:buNone/>
              <a:defRPr sz="56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1458987" y="7615069"/>
            <a:ext cx="18443378" cy="12705907"/>
          </a:xfrm>
          <a:prstGeom prst="rect">
            <a:avLst/>
          </a:prstGeom>
        </p:spPr>
        <p:txBody>
          <a:bodyPr anchor="b"/>
          <a:lstStyle>
            <a:lvl1pPr>
              <a:defRPr sz="14000"/>
            </a:lvl1pPr>
          </a:lstStyle>
          <a:p>
            <a:pPr/>
            <a:r>
              <a:t>Title Text</a:t>
            </a:r>
          </a:p>
        </p:txBody>
      </p:sp>
      <p:sp>
        <p:nvSpPr>
          <p:cNvPr id="30" name="Body Level One…"/>
          <p:cNvSpPr txBox="1"/>
          <p:nvPr>
            <p:ph type="body" sz="quarter" idx="1"/>
          </p:nvPr>
        </p:nvSpPr>
        <p:spPr>
          <a:xfrm>
            <a:off x="1458987" y="20441178"/>
            <a:ext cx="18443378" cy="6681737"/>
          </a:xfrm>
          <a:prstGeom prst="rect">
            <a:avLst/>
          </a:prstGeom>
        </p:spPr>
        <p:txBody>
          <a:bodyPr/>
          <a:lstStyle>
            <a:lvl1pPr marL="0" indent="0">
              <a:buSzTx/>
              <a:buFontTx/>
              <a:buNone/>
              <a:defRPr sz="5600"/>
            </a:lvl1pPr>
            <a:lvl2pPr marL="0" indent="1069161">
              <a:buSzTx/>
              <a:buFontTx/>
              <a:buNone/>
              <a:defRPr sz="5600"/>
            </a:lvl2pPr>
            <a:lvl3pPr marL="0" indent="2138323">
              <a:buSzTx/>
              <a:buFontTx/>
              <a:buNone/>
              <a:defRPr sz="5600"/>
            </a:lvl3pPr>
            <a:lvl4pPr marL="0" indent="3207486">
              <a:buSzTx/>
              <a:buFontTx/>
              <a:buNone/>
              <a:defRPr sz="5600"/>
            </a:lvl4pPr>
            <a:lvl5pPr marL="0" indent="4276649">
              <a:buSzTx/>
              <a:buFontTx/>
              <a:buNone/>
              <a:defRPr sz="5600"/>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1470124" y="8131215"/>
            <a:ext cx="9088041" cy="19380579"/>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1472909" y="1626249"/>
            <a:ext cx="18443377" cy="5903974"/>
          </a:xfrm>
          <a:prstGeom prst="rect">
            <a:avLst/>
          </a:prstGeom>
        </p:spPr>
        <p:txBody>
          <a:bodyPr/>
          <a:lstStyle/>
          <a:p>
            <a:pPr/>
            <a:r>
              <a:t>Title Text</a:t>
            </a:r>
          </a:p>
        </p:txBody>
      </p:sp>
      <p:sp>
        <p:nvSpPr>
          <p:cNvPr id="48" name="Body Level One…"/>
          <p:cNvSpPr txBox="1"/>
          <p:nvPr>
            <p:ph type="body" sz="quarter" idx="1"/>
          </p:nvPr>
        </p:nvSpPr>
        <p:spPr>
          <a:xfrm>
            <a:off x="1472912" y="7487791"/>
            <a:ext cx="9046275" cy="3669651"/>
          </a:xfrm>
          <a:prstGeom prst="rect">
            <a:avLst/>
          </a:prstGeom>
        </p:spPr>
        <p:txBody>
          <a:bodyPr anchor="b"/>
          <a:lstStyle>
            <a:lvl1pPr marL="0" indent="0">
              <a:buSzTx/>
              <a:buFontTx/>
              <a:buNone/>
              <a:defRPr b="1" sz="5600"/>
            </a:lvl1pPr>
            <a:lvl2pPr marL="0" indent="1069161">
              <a:buSzTx/>
              <a:buFontTx/>
              <a:buNone/>
              <a:defRPr b="1" sz="5600"/>
            </a:lvl2pPr>
            <a:lvl3pPr marL="0" indent="2138323">
              <a:buSzTx/>
              <a:buFontTx/>
              <a:buNone/>
              <a:defRPr b="1" sz="5600"/>
            </a:lvl3pPr>
            <a:lvl4pPr marL="0" indent="3207486">
              <a:buSzTx/>
              <a:buFontTx/>
              <a:buNone/>
              <a:defRPr b="1" sz="5600"/>
            </a:lvl4pPr>
            <a:lvl5pPr marL="0" indent="4276649">
              <a:buSzTx/>
              <a:buFontTx/>
              <a:buNone/>
              <a:defRPr b="1" sz="56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10825460" y="7487791"/>
            <a:ext cx="9090828" cy="3669651"/>
          </a:xfrm>
          <a:prstGeom prst="rect">
            <a:avLst/>
          </a:prstGeom>
        </p:spPr>
        <p:txBody>
          <a:bodyPr anchor="b"/>
          <a:lstStyle/>
          <a:p>
            <a:pPr marL="0" indent="0">
              <a:buSzTx/>
              <a:buFontTx/>
              <a:buNone/>
              <a:defRPr b="1" sz="56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1472909" y="2036339"/>
            <a:ext cx="6896776" cy="7127187"/>
          </a:xfrm>
          <a:prstGeom prst="rect">
            <a:avLst/>
          </a:prstGeom>
        </p:spPr>
        <p:txBody>
          <a:bodyPr anchor="b"/>
          <a:lstStyle>
            <a:lvl1pPr>
              <a:defRPr sz="7400"/>
            </a:lvl1pPr>
          </a:lstStyle>
          <a:p>
            <a:pPr/>
            <a:r>
              <a:t>Title Text</a:t>
            </a:r>
          </a:p>
        </p:txBody>
      </p:sp>
      <p:sp>
        <p:nvSpPr>
          <p:cNvPr id="73" name="Body Level One…"/>
          <p:cNvSpPr txBox="1"/>
          <p:nvPr>
            <p:ph type="body" sz="half" idx="1"/>
          </p:nvPr>
        </p:nvSpPr>
        <p:spPr>
          <a:xfrm>
            <a:off x="9090825" y="4397933"/>
            <a:ext cx="10825461" cy="21706811"/>
          </a:xfrm>
          <a:prstGeom prst="rect">
            <a:avLst/>
          </a:prstGeom>
        </p:spPr>
        <p:txBody>
          <a:bodyPr/>
          <a:lstStyle>
            <a:lvl1pPr marL="534580" indent="-534580">
              <a:defRPr sz="7400"/>
            </a:lvl1pPr>
            <a:lvl2pPr marL="1677761" indent="-608599">
              <a:defRPr sz="7400"/>
            </a:lvl2pPr>
            <a:lvl3pPr marL="2844735" indent="-706410">
              <a:defRPr sz="7400"/>
            </a:lvl3pPr>
            <a:lvl4pPr marL="4067465" indent="-859978">
              <a:defRPr sz="7400"/>
            </a:lvl4pPr>
            <a:lvl5pPr marL="5136627" indent="-859978">
              <a:defRPr sz="74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1472909" y="9163525"/>
            <a:ext cx="6896776" cy="16976567"/>
          </a:xfrm>
          <a:prstGeom prst="rect">
            <a:avLst/>
          </a:prstGeom>
        </p:spPr>
        <p:txBody>
          <a:bodyPr/>
          <a:lstStyle/>
          <a:p>
            <a:pPr marL="0" indent="0">
              <a:buSzTx/>
              <a:buFontTx/>
              <a:buNone/>
              <a:defRPr sz="37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472909" y="2036339"/>
            <a:ext cx="6896776" cy="7127187"/>
          </a:xfrm>
          <a:prstGeom prst="rect">
            <a:avLst/>
          </a:prstGeom>
        </p:spPr>
        <p:txBody>
          <a:bodyPr anchor="b"/>
          <a:lstStyle>
            <a:lvl1pPr>
              <a:defRPr sz="7400"/>
            </a:lvl1pPr>
          </a:lstStyle>
          <a:p>
            <a:pPr/>
            <a:r>
              <a:t>Title Text</a:t>
            </a:r>
          </a:p>
        </p:txBody>
      </p:sp>
      <p:sp>
        <p:nvSpPr>
          <p:cNvPr id="83" name="Picture Placeholder 2"/>
          <p:cNvSpPr/>
          <p:nvPr>
            <p:ph type="pic" sz="half" idx="21"/>
          </p:nvPr>
        </p:nvSpPr>
        <p:spPr>
          <a:xfrm>
            <a:off x="9090825" y="4397933"/>
            <a:ext cx="10825461" cy="21706811"/>
          </a:xfrm>
          <a:prstGeom prst="rect">
            <a:avLst/>
          </a:prstGeom>
        </p:spPr>
        <p:txBody>
          <a:bodyPr lIns="91439" rIns="91439">
            <a:noAutofit/>
          </a:bodyPr>
          <a:lstStyle/>
          <a:p>
            <a:pPr/>
          </a:p>
        </p:txBody>
      </p:sp>
      <p:sp>
        <p:nvSpPr>
          <p:cNvPr id="84" name="Body Level One…"/>
          <p:cNvSpPr txBox="1"/>
          <p:nvPr>
            <p:ph type="body" sz="quarter" idx="1"/>
          </p:nvPr>
        </p:nvSpPr>
        <p:spPr>
          <a:xfrm>
            <a:off x="1472909" y="9163525"/>
            <a:ext cx="6896776" cy="16976567"/>
          </a:xfrm>
          <a:prstGeom prst="rect">
            <a:avLst/>
          </a:prstGeom>
        </p:spPr>
        <p:txBody>
          <a:bodyPr/>
          <a:lstStyle>
            <a:lvl1pPr marL="0" indent="0">
              <a:buSzTx/>
              <a:buFontTx/>
              <a:buNone/>
              <a:defRPr sz="3700"/>
            </a:lvl1pPr>
            <a:lvl2pPr marL="0" indent="1069161">
              <a:buSzTx/>
              <a:buFontTx/>
              <a:buNone/>
              <a:defRPr sz="3700"/>
            </a:lvl2pPr>
            <a:lvl3pPr marL="0" indent="2138323">
              <a:buSzTx/>
              <a:buFontTx/>
              <a:buNone/>
              <a:defRPr sz="3700"/>
            </a:lvl3pPr>
            <a:lvl4pPr marL="0" indent="3207486">
              <a:buSzTx/>
              <a:buFontTx/>
              <a:buNone/>
              <a:defRPr sz="3700"/>
            </a:lvl4pPr>
            <a:lvl5pPr marL="0" indent="4276649">
              <a:buSzTx/>
              <a:buFont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470124" y="1626249"/>
            <a:ext cx="18443377" cy="590397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1470124" y="8131215"/>
            <a:ext cx="18443377" cy="19380579"/>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9448899" y="28901520"/>
            <a:ext cx="464602" cy="444759"/>
          </a:xfrm>
          <a:prstGeom prst="rect">
            <a:avLst/>
          </a:prstGeom>
          <a:ln w="12700">
            <a:miter lim="400000"/>
          </a:ln>
        </p:spPr>
        <p:txBody>
          <a:bodyPr wrap="none" lIns="45719" rIns="45719" anchor="ctr">
            <a:spAutoFit/>
          </a:bodyPr>
          <a:lstStyle>
            <a:lvl1pPr algn="r">
              <a:defRPr sz="28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2138323" rtl="0" latinLnBrk="0">
        <a:lnSpc>
          <a:spcPct val="90000"/>
        </a:lnSpc>
        <a:spcBef>
          <a:spcPts val="0"/>
        </a:spcBef>
        <a:spcAft>
          <a:spcPts val="0"/>
        </a:spcAft>
        <a:buClrTx/>
        <a:buSzTx/>
        <a:buFontTx/>
        <a:buNone/>
        <a:tabLst/>
        <a:defRPr b="0" baseline="0" cap="none" i="0" spc="0" strike="noStrike" sz="10200" u="none">
          <a:solidFill>
            <a:srgbClr val="000000"/>
          </a:solidFill>
          <a:uFillTx/>
          <a:latin typeface="Calibri Light"/>
          <a:ea typeface="Calibri Light"/>
          <a:cs typeface="Calibri Light"/>
          <a:sym typeface="Calibri Light"/>
        </a:defRPr>
      </a:lvl1pPr>
      <a:lvl2pPr marL="0" marR="0" indent="0" algn="l" defTabSz="2138323" rtl="0" latinLnBrk="0">
        <a:lnSpc>
          <a:spcPct val="90000"/>
        </a:lnSpc>
        <a:spcBef>
          <a:spcPts val="0"/>
        </a:spcBef>
        <a:spcAft>
          <a:spcPts val="0"/>
        </a:spcAft>
        <a:buClrTx/>
        <a:buSzTx/>
        <a:buFontTx/>
        <a:buNone/>
        <a:tabLst/>
        <a:defRPr b="0" baseline="0" cap="none" i="0" spc="0" strike="noStrike" sz="10200" u="none">
          <a:solidFill>
            <a:srgbClr val="000000"/>
          </a:solidFill>
          <a:uFillTx/>
          <a:latin typeface="Calibri Light"/>
          <a:ea typeface="Calibri Light"/>
          <a:cs typeface="Calibri Light"/>
          <a:sym typeface="Calibri Light"/>
        </a:defRPr>
      </a:lvl2pPr>
      <a:lvl3pPr marL="0" marR="0" indent="0" algn="l" defTabSz="2138323" rtl="0" latinLnBrk="0">
        <a:lnSpc>
          <a:spcPct val="90000"/>
        </a:lnSpc>
        <a:spcBef>
          <a:spcPts val="0"/>
        </a:spcBef>
        <a:spcAft>
          <a:spcPts val="0"/>
        </a:spcAft>
        <a:buClrTx/>
        <a:buSzTx/>
        <a:buFontTx/>
        <a:buNone/>
        <a:tabLst/>
        <a:defRPr b="0" baseline="0" cap="none" i="0" spc="0" strike="noStrike" sz="10200" u="none">
          <a:solidFill>
            <a:srgbClr val="000000"/>
          </a:solidFill>
          <a:uFillTx/>
          <a:latin typeface="Calibri Light"/>
          <a:ea typeface="Calibri Light"/>
          <a:cs typeface="Calibri Light"/>
          <a:sym typeface="Calibri Light"/>
        </a:defRPr>
      </a:lvl3pPr>
      <a:lvl4pPr marL="0" marR="0" indent="0" algn="l" defTabSz="2138323" rtl="0" latinLnBrk="0">
        <a:lnSpc>
          <a:spcPct val="90000"/>
        </a:lnSpc>
        <a:spcBef>
          <a:spcPts val="0"/>
        </a:spcBef>
        <a:spcAft>
          <a:spcPts val="0"/>
        </a:spcAft>
        <a:buClrTx/>
        <a:buSzTx/>
        <a:buFontTx/>
        <a:buNone/>
        <a:tabLst/>
        <a:defRPr b="0" baseline="0" cap="none" i="0" spc="0" strike="noStrike" sz="10200" u="none">
          <a:solidFill>
            <a:srgbClr val="000000"/>
          </a:solidFill>
          <a:uFillTx/>
          <a:latin typeface="Calibri Light"/>
          <a:ea typeface="Calibri Light"/>
          <a:cs typeface="Calibri Light"/>
          <a:sym typeface="Calibri Light"/>
        </a:defRPr>
      </a:lvl4pPr>
      <a:lvl5pPr marL="0" marR="0" indent="0" algn="l" defTabSz="2138323" rtl="0" latinLnBrk="0">
        <a:lnSpc>
          <a:spcPct val="90000"/>
        </a:lnSpc>
        <a:spcBef>
          <a:spcPts val="0"/>
        </a:spcBef>
        <a:spcAft>
          <a:spcPts val="0"/>
        </a:spcAft>
        <a:buClrTx/>
        <a:buSzTx/>
        <a:buFontTx/>
        <a:buNone/>
        <a:tabLst/>
        <a:defRPr b="0" baseline="0" cap="none" i="0" spc="0" strike="noStrike" sz="10200" u="none">
          <a:solidFill>
            <a:srgbClr val="000000"/>
          </a:solidFill>
          <a:uFillTx/>
          <a:latin typeface="Calibri Light"/>
          <a:ea typeface="Calibri Light"/>
          <a:cs typeface="Calibri Light"/>
          <a:sym typeface="Calibri Light"/>
        </a:defRPr>
      </a:lvl5pPr>
      <a:lvl6pPr marL="0" marR="0" indent="0" algn="l" defTabSz="2138323" rtl="0" latinLnBrk="0">
        <a:lnSpc>
          <a:spcPct val="90000"/>
        </a:lnSpc>
        <a:spcBef>
          <a:spcPts val="0"/>
        </a:spcBef>
        <a:spcAft>
          <a:spcPts val="0"/>
        </a:spcAft>
        <a:buClrTx/>
        <a:buSzTx/>
        <a:buFontTx/>
        <a:buNone/>
        <a:tabLst/>
        <a:defRPr b="0" baseline="0" cap="none" i="0" spc="0" strike="noStrike" sz="10200" u="none">
          <a:solidFill>
            <a:srgbClr val="000000"/>
          </a:solidFill>
          <a:uFillTx/>
          <a:latin typeface="Calibri Light"/>
          <a:ea typeface="Calibri Light"/>
          <a:cs typeface="Calibri Light"/>
          <a:sym typeface="Calibri Light"/>
        </a:defRPr>
      </a:lvl6pPr>
      <a:lvl7pPr marL="0" marR="0" indent="0" algn="l" defTabSz="2138323" rtl="0" latinLnBrk="0">
        <a:lnSpc>
          <a:spcPct val="90000"/>
        </a:lnSpc>
        <a:spcBef>
          <a:spcPts val="0"/>
        </a:spcBef>
        <a:spcAft>
          <a:spcPts val="0"/>
        </a:spcAft>
        <a:buClrTx/>
        <a:buSzTx/>
        <a:buFontTx/>
        <a:buNone/>
        <a:tabLst/>
        <a:defRPr b="0" baseline="0" cap="none" i="0" spc="0" strike="noStrike" sz="10200" u="none">
          <a:solidFill>
            <a:srgbClr val="000000"/>
          </a:solidFill>
          <a:uFillTx/>
          <a:latin typeface="Calibri Light"/>
          <a:ea typeface="Calibri Light"/>
          <a:cs typeface="Calibri Light"/>
          <a:sym typeface="Calibri Light"/>
        </a:defRPr>
      </a:lvl7pPr>
      <a:lvl8pPr marL="0" marR="0" indent="0" algn="l" defTabSz="2138323" rtl="0" latinLnBrk="0">
        <a:lnSpc>
          <a:spcPct val="90000"/>
        </a:lnSpc>
        <a:spcBef>
          <a:spcPts val="0"/>
        </a:spcBef>
        <a:spcAft>
          <a:spcPts val="0"/>
        </a:spcAft>
        <a:buClrTx/>
        <a:buSzTx/>
        <a:buFontTx/>
        <a:buNone/>
        <a:tabLst/>
        <a:defRPr b="0" baseline="0" cap="none" i="0" spc="0" strike="noStrike" sz="10200" u="none">
          <a:solidFill>
            <a:srgbClr val="000000"/>
          </a:solidFill>
          <a:uFillTx/>
          <a:latin typeface="Calibri Light"/>
          <a:ea typeface="Calibri Light"/>
          <a:cs typeface="Calibri Light"/>
          <a:sym typeface="Calibri Light"/>
        </a:defRPr>
      </a:lvl8pPr>
      <a:lvl9pPr marL="0" marR="0" indent="0" algn="l" defTabSz="2138323" rtl="0" latinLnBrk="0">
        <a:lnSpc>
          <a:spcPct val="90000"/>
        </a:lnSpc>
        <a:spcBef>
          <a:spcPts val="0"/>
        </a:spcBef>
        <a:spcAft>
          <a:spcPts val="0"/>
        </a:spcAft>
        <a:buClrTx/>
        <a:buSzTx/>
        <a:buFontTx/>
        <a:buNone/>
        <a:tabLst/>
        <a:defRPr b="0" baseline="0" cap="none" i="0" spc="0" strike="noStrike" sz="10200" u="none">
          <a:solidFill>
            <a:srgbClr val="000000"/>
          </a:solidFill>
          <a:uFillTx/>
          <a:latin typeface="Calibri Light"/>
          <a:ea typeface="Calibri Light"/>
          <a:cs typeface="Calibri Light"/>
          <a:sym typeface="Calibri Light"/>
        </a:defRPr>
      </a:lvl9pPr>
    </p:titleStyle>
    <p:bodyStyle>
      <a:lvl1pPr marL="534580" marR="0" indent="-534580" algn="l" defTabSz="2138323" rtl="0" latinLnBrk="0">
        <a:lnSpc>
          <a:spcPct val="90000"/>
        </a:lnSpc>
        <a:spcBef>
          <a:spcPts val="2300"/>
        </a:spcBef>
        <a:spcAft>
          <a:spcPts val="0"/>
        </a:spcAft>
        <a:buClrTx/>
        <a:buSzPct val="100000"/>
        <a:buFont typeface="Arial"/>
        <a:buChar char="•"/>
        <a:tabLst/>
        <a:defRPr b="0" baseline="0" cap="none" i="0" spc="0" strike="noStrike" sz="6500" u="none">
          <a:solidFill>
            <a:srgbClr val="000000"/>
          </a:solidFill>
          <a:uFillTx/>
          <a:latin typeface="+mn-lt"/>
          <a:ea typeface="+mn-ea"/>
          <a:cs typeface="+mn-cs"/>
          <a:sym typeface="Calibri"/>
        </a:defRPr>
      </a:lvl1pPr>
      <a:lvl2pPr marL="1689657" marR="0" indent="-620495" algn="l" defTabSz="2138323" rtl="0" latinLnBrk="0">
        <a:lnSpc>
          <a:spcPct val="90000"/>
        </a:lnSpc>
        <a:spcBef>
          <a:spcPts val="2300"/>
        </a:spcBef>
        <a:spcAft>
          <a:spcPts val="0"/>
        </a:spcAft>
        <a:buClrTx/>
        <a:buSzPct val="100000"/>
        <a:buFont typeface="Arial"/>
        <a:buChar char="•"/>
        <a:tabLst/>
        <a:defRPr b="0" baseline="0" cap="none" i="0" spc="0" strike="noStrike" sz="6500" u="none">
          <a:solidFill>
            <a:srgbClr val="000000"/>
          </a:solidFill>
          <a:uFillTx/>
          <a:latin typeface="+mn-lt"/>
          <a:ea typeface="+mn-ea"/>
          <a:cs typeface="+mn-cs"/>
          <a:sym typeface="Calibri"/>
        </a:defRPr>
      </a:lvl2pPr>
      <a:lvl3pPr marL="2893711" marR="0" indent="-755386" algn="l" defTabSz="2138323" rtl="0" latinLnBrk="0">
        <a:lnSpc>
          <a:spcPct val="90000"/>
        </a:lnSpc>
        <a:spcBef>
          <a:spcPts val="2300"/>
        </a:spcBef>
        <a:spcAft>
          <a:spcPts val="0"/>
        </a:spcAft>
        <a:buClrTx/>
        <a:buSzPct val="100000"/>
        <a:buFont typeface="Arial"/>
        <a:buChar char="•"/>
        <a:tabLst/>
        <a:defRPr b="0" baseline="0" cap="none" i="0" spc="0" strike="noStrike" sz="6500" u="none">
          <a:solidFill>
            <a:srgbClr val="000000"/>
          </a:solidFill>
          <a:uFillTx/>
          <a:latin typeface="+mn-lt"/>
          <a:ea typeface="+mn-ea"/>
          <a:cs typeface="+mn-cs"/>
          <a:sym typeface="Calibri"/>
        </a:defRPr>
      </a:lvl3pPr>
      <a:lvl4pPr marL="4034814" marR="0" indent="-827327" algn="l" defTabSz="2138323" rtl="0" latinLnBrk="0">
        <a:lnSpc>
          <a:spcPct val="90000"/>
        </a:lnSpc>
        <a:spcBef>
          <a:spcPts val="2300"/>
        </a:spcBef>
        <a:spcAft>
          <a:spcPts val="0"/>
        </a:spcAft>
        <a:buClrTx/>
        <a:buSzPct val="100000"/>
        <a:buFont typeface="Arial"/>
        <a:buChar char="•"/>
        <a:tabLst/>
        <a:defRPr b="0" baseline="0" cap="none" i="0" spc="0" strike="noStrike" sz="6500" u="none">
          <a:solidFill>
            <a:srgbClr val="000000"/>
          </a:solidFill>
          <a:uFillTx/>
          <a:latin typeface="+mn-lt"/>
          <a:ea typeface="+mn-ea"/>
          <a:cs typeface="+mn-cs"/>
          <a:sym typeface="Calibri"/>
        </a:defRPr>
      </a:lvl4pPr>
      <a:lvl5pPr marL="5103976" marR="0" indent="-827327" algn="l" defTabSz="2138323" rtl="0" latinLnBrk="0">
        <a:lnSpc>
          <a:spcPct val="90000"/>
        </a:lnSpc>
        <a:spcBef>
          <a:spcPts val="2300"/>
        </a:spcBef>
        <a:spcAft>
          <a:spcPts val="0"/>
        </a:spcAft>
        <a:buClrTx/>
        <a:buSzPct val="100000"/>
        <a:buFont typeface="Arial"/>
        <a:buChar char="•"/>
        <a:tabLst/>
        <a:defRPr b="0" baseline="0" cap="none" i="0" spc="0" strike="noStrike" sz="6500" u="none">
          <a:solidFill>
            <a:srgbClr val="000000"/>
          </a:solidFill>
          <a:uFillTx/>
          <a:latin typeface="+mn-lt"/>
          <a:ea typeface="+mn-ea"/>
          <a:cs typeface="+mn-cs"/>
          <a:sym typeface="Calibri"/>
        </a:defRPr>
      </a:lvl5pPr>
      <a:lvl6pPr marL="6173138" marR="0" indent="-827327" algn="l" defTabSz="2138323" rtl="0" latinLnBrk="0">
        <a:lnSpc>
          <a:spcPct val="90000"/>
        </a:lnSpc>
        <a:spcBef>
          <a:spcPts val="2300"/>
        </a:spcBef>
        <a:spcAft>
          <a:spcPts val="0"/>
        </a:spcAft>
        <a:buClrTx/>
        <a:buSzPct val="100000"/>
        <a:buFont typeface="Arial"/>
        <a:buChar char="•"/>
        <a:tabLst/>
        <a:defRPr b="0" baseline="0" cap="none" i="0" spc="0" strike="noStrike" sz="6500" u="none">
          <a:solidFill>
            <a:srgbClr val="000000"/>
          </a:solidFill>
          <a:uFillTx/>
          <a:latin typeface="+mn-lt"/>
          <a:ea typeface="+mn-ea"/>
          <a:cs typeface="+mn-cs"/>
          <a:sym typeface="Calibri"/>
        </a:defRPr>
      </a:lvl6pPr>
      <a:lvl7pPr marL="7242300" marR="0" indent="-827327" algn="l" defTabSz="2138323" rtl="0" latinLnBrk="0">
        <a:lnSpc>
          <a:spcPct val="90000"/>
        </a:lnSpc>
        <a:spcBef>
          <a:spcPts val="2300"/>
        </a:spcBef>
        <a:spcAft>
          <a:spcPts val="0"/>
        </a:spcAft>
        <a:buClrTx/>
        <a:buSzPct val="100000"/>
        <a:buFont typeface="Arial"/>
        <a:buChar char="•"/>
        <a:tabLst/>
        <a:defRPr b="0" baseline="0" cap="none" i="0" spc="0" strike="noStrike" sz="6500" u="none">
          <a:solidFill>
            <a:srgbClr val="000000"/>
          </a:solidFill>
          <a:uFillTx/>
          <a:latin typeface="+mn-lt"/>
          <a:ea typeface="+mn-ea"/>
          <a:cs typeface="+mn-cs"/>
          <a:sym typeface="Calibri"/>
        </a:defRPr>
      </a:lvl7pPr>
      <a:lvl8pPr marL="8311463" marR="0" indent="-827327" algn="l" defTabSz="2138323" rtl="0" latinLnBrk="0">
        <a:lnSpc>
          <a:spcPct val="90000"/>
        </a:lnSpc>
        <a:spcBef>
          <a:spcPts val="2300"/>
        </a:spcBef>
        <a:spcAft>
          <a:spcPts val="0"/>
        </a:spcAft>
        <a:buClrTx/>
        <a:buSzPct val="100000"/>
        <a:buFont typeface="Arial"/>
        <a:buChar char="•"/>
        <a:tabLst/>
        <a:defRPr b="0" baseline="0" cap="none" i="0" spc="0" strike="noStrike" sz="6500" u="none">
          <a:solidFill>
            <a:srgbClr val="000000"/>
          </a:solidFill>
          <a:uFillTx/>
          <a:latin typeface="+mn-lt"/>
          <a:ea typeface="+mn-ea"/>
          <a:cs typeface="+mn-cs"/>
          <a:sym typeface="Calibri"/>
        </a:defRPr>
      </a:lvl8pPr>
      <a:lvl9pPr marL="9380625" marR="0" indent="-827328" algn="l" defTabSz="2138323" rtl="0" latinLnBrk="0">
        <a:lnSpc>
          <a:spcPct val="90000"/>
        </a:lnSpc>
        <a:spcBef>
          <a:spcPts val="2300"/>
        </a:spcBef>
        <a:spcAft>
          <a:spcPts val="0"/>
        </a:spcAft>
        <a:buClrTx/>
        <a:buSzPct val="100000"/>
        <a:buFont typeface="Arial"/>
        <a:buChar char="•"/>
        <a:tabLst/>
        <a:defRPr b="0" baseline="0" cap="none" i="0" spc="0" strike="noStrike" sz="6500" u="none">
          <a:solidFill>
            <a:srgbClr val="000000"/>
          </a:solidFill>
          <a:uFillTx/>
          <a:latin typeface="+mn-lt"/>
          <a:ea typeface="+mn-ea"/>
          <a:cs typeface="+mn-cs"/>
          <a:sym typeface="Calibri"/>
        </a:defRPr>
      </a:lvl9pPr>
    </p:bodyStyle>
    <p:otherStyle>
      <a:lvl1pPr marL="0" marR="0" indent="0" algn="r" defTabSz="2119488" rtl="0" latinLnBrk="0">
        <a:lnSpc>
          <a:spcPct val="100000"/>
        </a:lnSpc>
        <a:spcBef>
          <a:spcPts val="0"/>
        </a:spcBef>
        <a:spcAft>
          <a:spcPts val="0"/>
        </a:spcAft>
        <a:buClrTx/>
        <a:buSzTx/>
        <a:buFontTx/>
        <a:buNone/>
        <a:tabLst/>
        <a:defRPr b="0" baseline="0" cap="none" i="0" spc="0" strike="noStrike" sz="2800" u="none">
          <a:solidFill>
            <a:schemeClr val="tx1"/>
          </a:solidFill>
          <a:uFillTx/>
          <a:latin typeface="+mn-lt"/>
          <a:ea typeface="+mn-ea"/>
          <a:cs typeface="+mn-cs"/>
          <a:sym typeface="Calibri"/>
        </a:defRPr>
      </a:lvl1pPr>
      <a:lvl2pPr marL="0" marR="0" indent="1059744" algn="r" defTabSz="2119488" rtl="0" latinLnBrk="0">
        <a:lnSpc>
          <a:spcPct val="100000"/>
        </a:lnSpc>
        <a:spcBef>
          <a:spcPts val="0"/>
        </a:spcBef>
        <a:spcAft>
          <a:spcPts val="0"/>
        </a:spcAft>
        <a:buClrTx/>
        <a:buSzTx/>
        <a:buFontTx/>
        <a:buNone/>
        <a:tabLst/>
        <a:defRPr b="0" baseline="0" cap="none" i="0" spc="0" strike="noStrike" sz="2800" u="none">
          <a:solidFill>
            <a:schemeClr val="tx1"/>
          </a:solidFill>
          <a:uFillTx/>
          <a:latin typeface="+mn-lt"/>
          <a:ea typeface="+mn-ea"/>
          <a:cs typeface="+mn-cs"/>
          <a:sym typeface="Calibri"/>
        </a:defRPr>
      </a:lvl2pPr>
      <a:lvl3pPr marL="0" marR="0" indent="2119488" algn="r" defTabSz="2119488" rtl="0" latinLnBrk="0">
        <a:lnSpc>
          <a:spcPct val="100000"/>
        </a:lnSpc>
        <a:spcBef>
          <a:spcPts val="0"/>
        </a:spcBef>
        <a:spcAft>
          <a:spcPts val="0"/>
        </a:spcAft>
        <a:buClrTx/>
        <a:buSzTx/>
        <a:buFontTx/>
        <a:buNone/>
        <a:tabLst/>
        <a:defRPr b="0" baseline="0" cap="none" i="0" spc="0" strike="noStrike" sz="2800" u="none">
          <a:solidFill>
            <a:schemeClr val="tx1"/>
          </a:solidFill>
          <a:uFillTx/>
          <a:latin typeface="+mn-lt"/>
          <a:ea typeface="+mn-ea"/>
          <a:cs typeface="+mn-cs"/>
          <a:sym typeface="Calibri"/>
        </a:defRPr>
      </a:lvl3pPr>
      <a:lvl4pPr marL="0" marR="0" indent="3179231" algn="r" defTabSz="2119488" rtl="0" latinLnBrk="0">
        <a:lnSpc>
          <a:spcPct val="100000"/>
        </a:lnSpc>
        <a:spcBef>
          <a:spcPts val="0"/>
        </a:spcBef>
        <a:spcAft>
          <a:spcPts val="0"/>
        </a:spcAft>
        <a:buClrTx/>
        <a:buSzTx/>
        <a:buFontTx/>
        <a:buNone/>
        <a:tabLst/>
        <a:defRPr b="0" baseline="0" cap="none" i="0" spc="0" strike="noStrike" sz="2800" u="none">
          <a:solidFill>
            <a:schemeClr val="tx1"/>
          </a:solidFill>
          <a:uFillTx/>
          <a:latin typeface="+mn-lt"/>
          <a:ea typeface="+mn-ea"/>
          <a:cs typeface="+mn-cs"/>
          <a:sym typeface="Calibri"/>
        </a:defRPr>
      </a:lvl4pPr>
      <a:lvl5pPr marL="0" marR="0" indent="4238976" algn="r" defTabSz="2119488" rtl="0" latinLnBrk="0">
        <a:lnSpc>
          <a:spcPct val="100000"/>
        </a:lnSpc>
        <a:spcBef>
          <a:spcPts val="0"/>
        </a:spcBef>
        <a:spcAft>
          <a:spcPts val="0"/>
        </a:spcAft>
        <a:buClrTx/>
        <a:buSzTx/>
        <a:buFontTx/>
        <a:buNone/>
        <a:tabLst/>
        <a:defRPr b="0" baseline="0" cap="none" i="0" spc="0" strike="noStrike" sz="2800" u="none">
          <a:solidFill>
            <a:schemeClr val="tx1"/>
          </a:solidFill>
          <a:uFillTx/>
          <a:latin typeface="+mn-lt"/>
          <a:ea typeface="+mn-ea"/>
          <a:cs typeface="+mn-cs"/>
          <a:sym typeface="Calibri"/>
        </a:defRPr>
      </a:lvl5pPr>
      <a:lvl6pPr marL="0" marR="0" indent="5298718" algn="r" defTabSz="2119488" rtl="0" latinLnBrk="0">
        <a:lnSpc>
          <a:spcPct val="100000"/>
        </a:lnSpc>
        <a:spcBef>
          <a:spcPts val="0"/>
        </a:spcBef>
        <a:spcAft>
          <a:spcPts val="0"/>
        </a:spcAft>
        <a:buClrTx/>
        <a:buSzTx/>
        <a:buFontTx/>
        <a:buNone/>
        <a:tabLst/>
        <a:defRPr b="0" baseline="0" cap="none" i="0" spc="0" strike="noStrike" sz="2800" u="none">
          <a:solidFill>
            <a:schemeClr val="tx1"/>
          </a:solidFill>
          <a:uFillTx/>
          <a:latin typeface="+mn-lt"/>
          <a:ea typeface="+mn-ea"/>
          <a:cs typeface="+mn-cs"/>
          <a:sym typeface="Calibri"/>
        </a:defRPr>
      </a:lvl6pPr>
      <a:lvl7pPr marL="0" marR="0" indent="6358463" algn="r" defTabSz="2119488" rtl="0" latinLnBrk="0">
        <a:lnSpc>
          <a:spcPct val="100000"/>
        </a:lnSpc>
        <a:spcBef>
          <a:spcPts val="0"/>
        </a:spcBef>
        <a:spcAft>
          <a:spcPts val="0"/>
        </a:spcAft>
        <a:buClrTx/>
        <a:buSzTx/>
        <a:buFontTx/>
        <a:buNone/>
        <a:tabLst/>
        <a:defRPr b="0" baseline="0" cap="none" i="0" spc="0" strike="noStrike" sz="2800" u="none">
          <a:solidFill>
            <a:schemeClr val="tx1"/>
          </a:solidFill>
          <a:uFillTx/>
          <a:latin typeface="+mn-lt"/>
          <a:ea typeface="+mn-ea"/>
          <a:cs typeface="+mn-cs"/>
          <a:sym typeface="Calibri"/>
        </a:defRPr>
      </a:lvl7pPr>
      <a:lvl8pPr marL="0" marR="0" indent="7418206" algn="r" defTabSz="2119488" rtl="0" latinLnBrk="0">
        <a:lnSpc>
          <a:spcPct val="100000"/>
        </a:lnSpc>
        <a:spcBef>
          <a:spcPts val="0"/>
        </a:spcBef>
        <a:spcAft>
          <a:spcPts val="0"/>
        </a:spcAft>
        <a:buClrTx/>
        <a:buSzTx/>
        <a:buFontTx/>
        <a:buNone/>
        <a:tabLst/>
        <a:defRPr b="0" baseline="0" cap="none" i="0" spc="0" strike="noStrike" sz="2800" u="none">
          <a:solidFill>
            <a:schemeClr val="tx1"/>
          </a:solidFill>
          <a:uFillTx/>
          <a:latin typeface="+mn-lt"/>
          <a:ea typeface="+mn-ea"/>
          <a:cs typeface="+mn-cs"/>
          <a:sym typeface="Calibri"/>
        </a:defRPr>
      </a:lvl8pPr>
      <a:lvl9pPr marL="0" marR="0" indent="8477950" algn="r" defTabSz="2119488" rtl="0" latinLnBrk="0">
        <a:lnSpc>
          <a:spcPct val="100000"/>
        </a:lnSpc>
        <a:spcBef>
          <a:spcPts val="0"/>
        </a:spcBef>
        <a:spcAft>
          <a:spcPts val="0"/>
        </a:spcAft>
        <a:buClrTx/>
        <a:buSzTx/>
        <a:buFontTx/>
        <a:buNone/>
        <a:tabLst/>
        <a:defRPr b="0" baseline="0" cap="none" i="0" spc="0" strike="noStrike" sz="28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researchgate.net/publication/387952132" TargetMode="External"/><Relationship Id="rId6" Type="http://schemas.openxmlformats.org/officeDocument/2006/relationships/hyperlink" Target="https://doi.org/10.3390%20buildings14123928" TargetMode="External"/><Relationship Id="rId7" Type="http://schemas.openxmlformats.org/officeDocument/2006/relationships/hyperlink" Target="https://doi.org/10.61186/crpase.10.3.2904" TargetMode="External"/><Relationship Id="rId8" Type="http://schemas.openxmlformats.org/officeDocument/2006/relationships/hyperlink" Target="https://doi.org/10.3390/%20buildings13071814" TargetMode="External"/><Relationship Id="rId9" Type="http://schemas.openxmlformats.org/officeDocument/2006/relationships/image" Target="../media/image4.png"/><Relationship Id="rId10" Type="http://schemas.openxmlformats.org/officeDocument/2006/relationships/image" Target="../media/image1.tif"/></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4"/>
          <p:cNvSpPr/>
          <p:nvPr/>
        </p:nvSpPr>
        <p:spPr>
          <a:xfrm>
            <a:off x="359811" y="365759"/>
            <a:ext cx="20664002" cy="29556002"/>
          </a:xfrm>
          <a:prstGeom prst="rect">
            <a:avLst/>
          </a:prstGeom>
          <a:ln w="25400">
            <a:solidFill>
              <a:srgbClr val="FF0000"/>
            </a:solidFill>
            <a:miter/>
          </a:ln>
        </p:spPr>
        <p:txBody>
          <a:bodyPr lIns="45719" rIns="45719" anchor="ctr"/>
          <a:lstStyle/>
          <a:p>
            <a:pPr algn="ctr">
              <a:defRPr>
                <a:solidFill>
                  <a:srgbClr val="FFFFFF"/>
                </a:solidFill>
              </a:defRPr>
            </a:pPr>
          </a:p>
        </p:txBody>
      </p:sp>
      <p:sp>
        <p:nvSpPr>
          <p:cNvPr id="95" name="Title 3"/>
          <p:cNvSpPr txBox="1"/>
          <p:nvPr/>
        </p:nvSpPr>
        <p:spPr>
          <a:xfrm>
            <a:off x="2679191" y="365759"/>
            <a:ext cx="18298903" cy="11338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defTabSz="2116940">
              <a:lnSpc>
                <a:spcPct val="90000"/>
              </a:lnSpc>
              <a:defRPr sz="4752">
                <a:latin typeface="Calibri Light"/>
                <a:ea typeface="Calibri Light"/>
                <a:cs typeface="Calibri Light"/>
                <a:sym typeface="Calibri Light"/>
              </a:defRPr>
            </a:lvl1pPr>
          </a:lstStyle>
          <a:p>
            <a:pPr/>
            <a:r>
              <a:t>CRACK DETECTION IN INFRASTRUCTURE USING OPTIMIZED YOLO MODELS</a:t>
            </a:r>
          </a:p>
        </p:txBody>
      </p:sp>
      <p:sp>
        <p:nvSpPr>
          <p:cNvPr id="96" name="Text Placeholder 22"/>
          <p:cNvSpPr txBox="1"/>
          <p:nvPr/>
        </p:nvSpPr>
        <p:spPr>
          <a:xfrm>
            <a:off x="3938692" y="1372778"/>
            <a:ext cx="14411116" cy="11729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defTabSz="2138323">
              <a:lnSpc>
                <a:spcPct val="90000"/>
              </a:lnSpc>
              <a:defRPr sz="4000">
                <a:solidFill>
                  <a:srgbClr val="FF0000"/>
                </a:solidFill>
              </a:defRPr>
            </a:pPr>
            <a:r>
              <a:t>Gaurang Panpalia, Nitish Rai, Rudraksh Agarwal</a:t>
            </a:r>
            <a:r>
              <a:rPr>
                <a:solidFill>
                  <a:srgbClr val="000000"/>
                </a:solidFill>
              </a:rPr>
              <a:t>| Dr. Anindita Kundu |</a:t>
            </a:r>
            <a:r>
              <a:t> </a:t>
            </a:r>
          </a:p>
          <a:p>
            <a:pPr algn="ctr" defTabSz="2138323">
              <a:lnSpc>
                <a:spcPct val="90000"/>
              </a:lnSpc>
              <a:defRPr sz="4000">
                <a:solidFill>
                  <a:srgbClr val="FF0000"/>
                </a:solidFill>
              </a:defRPr>
            </a:pPr>
            <a:r>
              <a:t>School of Computer Science and Engineering</a:t>
            </a:r>
          </a:p>
        </p:txBody>
      </p:sp>
      <p:sp>
        <p:nvSpPr>
          <p:cNvPr id="97" name="Rectangle"/>
          <p:cNvSpPr/>
          <p:nvPr/>
        </p:nvSpPr>
        <p:spPr>
          <a:xfrm>
            <a:off x="373356" y="17416636"/>
            <a:ext cx="10356672" cy="12491405"/>
          </a:xfrm>
          <a:prstGeom prst="rect">
            <a:avLst/>
          </a:prstGeom>
          <a:ln w="15875">
            <a:solidFill>
              <a:srgbClr val="42719B"/>
            </a:solidFill>
          </a:ln>
        </p:spPr>
        <p:txBody>
          <a:bodyPr lIns="45719" rIns="45719"/>
          <a:lstStyle/>
          <a:p>
            <a:pPr defTabSz="2138323">
              <a:lnSpc>
                <a:spcPct val="90000"/>
              </a:lnSpc>
              <a:spcBef>
                <a:spcPts val="2300"/>
              </a:spcBef>
              <a:defRPr sz="2400"/>
            </a:pPr>
          </a:p>
        </p:txBody>
      </p:sp>
      <p:sp>
        <p:nvSpPr>
          <p:cNvPr id="98" name="Dataset Preparation…"/>
          <p:cNvSpPr txBox="1"/>
          <p:nvPr/>
        </p:nvSpPr>
        <p:spPr>
          <a:xfrm>
            <a:off x="396548" y="17249544"/>
            <a:ext cx="10310288" cy="12465898"/>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400">
                <a:solidFill>
                  <a:srgbClr val="111111"/>
                </a:solidFill>
                <a:latin typeface="Times New Roman"/>
                <a:ea typeface="Times New Roman"/>
                <a:cs typeface="Times New Roman"/>
                <a:sym typeface="Times New Roman"/>
              </a:defRPr>
            </a:pPr>
          </a:p>
          <a:p>
            <a:pPr algn="ct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400">
                <a:solidFill>
                  <a:srgbClr val="111111"/>
                </a:solidFill>
                <a:latin typeface="Times New Roman"/>
                <a:ea typeface="Times New Roman"/>
                <a:cs typeface="Times New Roman"/>
                <a:sym typeface="Times New Roman"/>
              </a:defRPr>
            </a:pP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400">
                <a:solidFill>
                  <a:srgbClr val="111111"/>
                </a:solidFill>
                <a:latin typeface="Times New Roman"/>
                <a:ea typeface="Times New Roman"/>
                <a:cs typeface="Times New Roman"/>
                <a:sym typeface="Times New Roman"/>
              </a:defRPr>
            </a:pPr>
            <a:r>
              <a:t>Dataset Preparation</a:t>
            </a:r>
            <a:endParaRPr b="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111111"/>
                </a:solidFill>
                <a:latin typeface="Times New Roman"/>
                <a:ea typeface="Times New Roman"/>
                <a:cs typeface="Times New Roman"/>
                <a:sym typeface="Times New Roman"/>
              </a:defRPr>
            </a:pPr>
            <a:r>
              <a:t>The crack detection dataset contains 4,029 high-resolution images labeled with bounding boxes around visible cracks. The data is split into 92% for training, 5% for validation, and 3% for testing. Each image is resized to 416×416 pixels to meet YOLOv11’s input requirements. To improve generalization, augmentation techniques such as flipping, rotation, cropping, brightness and hue shifts, and light blurring are applied. Labels follow the YOLO format, listing class and normalized bounding box coordinates.</a:t>
            </a: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400">
                <a:solidFill>
                  <a:srgbClr val="111111"/>
                </a:solidFill>
                <a:latin typeface="Times New Roman"/>
                <a:ea typeface="Times New Roman"/>
                <a:cs typeface="Times New Roman"/>
                <a:sym typeface="Times New Roman"/>
              </a:defRPr>
            </a:pPr>
            <a:r>
              <a:t>Model Structure</a:t>
            </a:r>
            <a:endParaRPr b="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111111"/>
                </a:solidFill>
                <a:latin typeface="Times New Roman"/>
                <a:ea typeface="Times New Roman"/>
                <a:cs typeface="Times New Roman"/>
                <a:sym typeface="Times New Roman"/>
              </a:defRPr>
            </a:pPr>
            <a:r>
              <a:t>The YOLO model is composed of three main parts: the </a:t>
            </a:r>
            <a:r>
              <a:rPr b="1"/>
              <a:t>Backbone</a:t>
            </a:r>
            <a:r>
              <a:t>, </a:t>
            </a:r>
            <a:r>
              <a:rPr b="1"/>
              <a:t>Neck</a:t>
            </a:r>
            <a:r>
              <a:t>, and </a:t>
            </a:r>
            <a:r>
              <a:rPr b="1"/>
              <a:t>Head</a:t>
            </a:r>
            <a:r>
              <a:t>. The Backbone extracts deep features from input images using networks like CSPDarknet or MobileNet. The Neck enhances these features across scales using architectures such as PANet or FPN. The Head then predicts bounding boxes, object classes, and confidence scores. Non-Max Suppression (NMS) refines final predictions by eliminating overlapping boxes.</a:t>
            </a: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111111"/>
                </a:solidFill>
                <a:latin typeface="Times New Roman"/>
                <a:ea typeface="Times New Roman"/>
                <a:cs typeface="Times New Roman"/>
                <a:sym typeface="Times New Roman"/>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Times New Roman"/>
                <a:ea typeface="Times New Roman"/>
                <a:cs typeface="Times New Roman"/>
                <a:sym typeface="Times New Roman"/>
              </a:defRPr>
            </a:pPr>
          </a:p>
        </p:txBody>
      </p:sp>
      <p:pic>
        <p:nvPicPr>
          <p:cNvPr id="99" name="pasted-movie.png" descr="pasted-movie.png"/>
          <p:cNvPicPr>
            <a:picLocks noChangeAspect="1"/>
          </p:cNvPicPr>
          <p:nvPr/>
        </p:nvPicPr>
        <p:blipFill>
          <a:blip r:embed="rId2">
            <a:extLst/>
          </a:blip>
          <a:stretch>
            <a:fillRect/>
          </a:stretch>
        </p:blipFill>
        <p:spPr>
          <a:xfrm>
            <a:off x="396548" y="17249544"/>
            <a:ext cx="6200558" cy="4791341"/>
          </a:xfrm>
          <a:prstGeom prst="rect">
            <a:avLst/>
          </a:prstGeom>
          <a:ln w="12700">
            <a:miter lim="400000"/>
          </a:ln>
        </p:spPr>
      </p:pic>
      <p:sp>
        <p:nvSpPr>
          <p:cNvPr id="100" name="v9-t_ADAMW Highest mAP@50 overall best at detecting cracks accurately.…"/>
          <p:cNvSpPr txBox="1"/>
          <p:nvPr/>
        </p:nvSpPr>
        <p:spPr>
          <a:xfrm>
            <a:off x="10738379" y="11302730"/>
            <a:ext cx="10281167" cy="7556438"/>
          </a:xfrm>
          <a:prstGeom prst="rect">
            <a:avLst/>
          </a:prstGeom>
          <a:ln w="15875">
            <a:solidFill>
              <a:srgbClr val="4D7099"/>
            </a:solidFill>
            <a:miter lim="400000"/>
          </a:ln>
          <a:extLst>
            <a:ext uri="{C572A759-6A51-4108-AA02-DFA0A04FC94B}">
              <ma14:wrappingTextBoxFlag xmlns:ma14="http://schemas.microsoft.com/office/mac/drawingml/2011/main" val="1"/>
            </a:ext>
          </a:extLst>
        </p:spPr>
        <p:txBody>
          <a:bodyPr lIns="45719" rIns="45719"/>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111111"/>
                </a:solidFill>
              </a:defRPr>
            </a:pPr>
          </a:p>
          <a:p>
            <a:pPr defTabSz="457200">
              <a:spcBef>
                <a:spcPts val="1200"/>
              </a:spcBef>
              <a:defRPr sz="2400">
                <a:latin typeface="Times New Roman"/>
                <a:ea typeface="Times New Roman"/>
                <a:cs typeface="Times New Roman"/>
                <a:sym typeface="Times New Roman"/>
              </a:defRPr>
            </a:pPr>
            <a:r>
              <a:t>v9-t_ADAMW </a:t>
            </a:r>
            <a:r>
              <a:rPr b="1"/>
              <a:t>Highest mAP@50</a:t>
            </a:r>
            <a:r>
              <a:t> overall best at detecting cracks accurately.</a:t>
            </a:r>
          </a:p>
          <a:p>
            <a:pPr defTabSz="457200">
              <a:spcBef>
                <a:spcPts val="1200"/>
              </a:spcBef>
              <a:defRPr sz="2400">
                <a:latin typeface="Times Roman"/>
                <a:ea typeface="Times Roman"/>
                <a:cs typeface="Times Roman"/>
                <a:sym typeface="Times Roman"/>
              </a:defRPr>
            </a:pPr>
            <a:r>
              <a:t>v11-n_ADAMW </a:t>
            </a:r>
            <a:r>
              <a:rPr b="1"/>
              <a:t>Best Precision</a:t>
            </a:r>
            <a:r>
              <a:t> reliable for high-confidence predictions.</a:t>
            </a:r>
          </a:p>
          <a:p>
            <a:pPr defTabSz="457200">
              <a:spcBef>
                <a:spcPts val="1200"/>
              </a:spcBef>
              <a:defRPr sz="2400">
                <a:latin typeface="Times Roman"/>
                <a:ea typeface="Times Roman"/>
                <a:cs typeface="Times Roman"/>
                <a:sym typeface="Times Roman"/>
              </a:defRPr>
            </a:pPr>
            <a:r>
              <a:t>v11-m_SGD </a:t>
            </a:r>
            <a:r>
              <a:rPr b="1"/>
              <a:t>Best Recall</a:t>
            </a:r>
            <a:r>
              <a:t> catches most cracks, even if some are false.</a:t>
            </a:r>
          </a:p>
        </p:txBody>
      </p:sp>
      <p:pic>
        <p:nvPicPr>
          <p:cNvPr id="101" name="pasted-movie.png" descr="pasted-movie.png"/>
          <p:cNvPicPr>
            <a:picLocks noChangeAspect="1"/>
          </p:cNvPicPr>
          <p:nvPr/>
        </p:nvPicPr>
        <p:blipFill>
          <a:blip r:embed="rId3">
            <a:extLst/>
          </a:blip>
          <a:stretch>
            <a:fillRect/>
          </a:stretch>
        </p:blipFill>
        <p:spPr>
          <a:xfrm>
            <a:off x="10738379" y="11302730"/>
            <a:ext cx="10169685" cy="5528349"/>
          </a:xfrm>
          <a:prstGeom prst="rect">
            <a:avLst/>
          </a:prstGeom>
          <a:ln w="12700">
            <a:miter lim="400000"/>
          </a:ln>
        </p:spPr>
      </p:pic>
      <p:sp>
        <p:nvSpPr>
          <p:cNvPr id="102" name="Rectangle 2"/>
          <p:cNvSpPr txBox="1"/>
          <p:nvPr/>
        </p:nvSpPr>
        <p:spPr>
          <a:xfrm>
            <a:off x="359298" y="14006912"/>
            <a:ext cx="3836751" cy="549336"/>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ctr">
              <a:defRPr sz="3600">
                <a:solidFill>
                  <a:srgbClr val="FF0000"/>
                </a:solidFill>
              </a:defRPr>
            </a:pPr>
            <a:r>
              <a:rPr>
                <a:solidFill>
                  <a:srgbClr val="000000"/>
                </a:solidFill>
              </a:rPr>
              <a:t>Scope</a:t>
            </a:r>
            <a:r>
              <a:t> </a:t>
            </a:r>
            <a:r>
              <a:rPr>
                <a:solidFill>
                  <a:srgbClr val="000000"/>
                </a:solidFill>
              </a:rPr>
              <a:t>of the Project</a:t>
            </a:r>
          </a:p>
        </p:txBody>
      </p:sp>
      <p:sp>
        <p:nvSpPr>
          <p:cNvPr id="103" name="Rectangle 11"/>
          <p:cNvSpPr txBox="1"/>
          <p:nvPr/>
        </p:nvSpPr>
        <p:spPr>
          <a:xfrm>
            <a:off x="10737500" y="10787655"/>
            <a:ext cx="1427744" cy="549336"/>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3600"/>
            </a:lvl1pPr>
          </a:lstStyle>
          <a:p>
            <a:pPr/>
            <a:r>
              <a:t>Results</a:t>
            </a:r>
          </a:p>
        </p:txBody>
      </p:sp>
      <p:sp>
        <p:nvSpPr>
          <p:cNvPr id="104" name="Rectangle 12"/>
          <p:cNvSpPr txBox="1"/>
          <p:nvPr/>
        </p:nvSpPr>
        <p:spPr>
          <a:xfrm>
            <a:off x="447057" y="16772008"/>
            <a:ext cx="2604007" cy="549336"/>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3600"/>
            </a:lvl1pPr>
          </a:lstStyle>
          <a:p>
            <a:pPr/>
            <a:r>
              <a:t>Methodology</a:t>
            </a:r>
          </a:p>
        </p:txBody>
      </p:sp>
      <p:grpSp>
        <p:nvGrpSpPr>
          <p:cNvPr id="107" name="Group"/>
          <p:cNvGrpSpPr/>
          <p:nvPr/>
        </p:nvGrpSpPr>
        <p:grpSpPr>
          <a:xfrm>
            <a:off x="374026" y="14519403"/>
            <a:ext cx="10347883" cy="2165251"/>
            <a:chOff x="0" y="0"/>
            <a:chExt cx="10347881" cy="2165250"/>
          </a:xfrm>
        </p:grpSpPr>
        <p:sp>
          <p:nvSpPr>
            <p:cNvPr id="105" name="Rectangle"/>
            <p:cNvSpPr/>
            <p:nvPr/>
          </p:nvSpPr>
          <p:spPr>
            <a:xfrm>
              <a:off x="0" y="7937"/>
              <a:ext cx="10347882" cy="2149376"/>
            </a:xfrm>
            <a:prstGeom prst="rect">
              <a:avLst/>
            </a:prstGeom>
            <a:noFill/>
            <a:ln w="15875" cap="flat">
              <a:solidFill>
                <a:srgbClr val="42719B"/>
              </a:solidFill>
              <a:prstDash val="solid"/>
              <a:round/>
            </a:ln>
            <a:effectLst/>
          </p:spPr>
          <p:txBody>
            <a:bodyPr wrap="square" lIns="45719" tIns="45719" rIns="45719" bIns="45719" numCol="1" anchor="t">
              <a:noAutofit/>
            </a:bodyPr>
            <a:lstStyle/>
            <a:p>
              <a:pPr defTabSz="2138323">
                <a:lnSpc>
                  <a:spcPct val="90000"/>
                </a:lnSpc>
                <a:spcBef>
                  <a:spcPts val="2300"/>
                </a:spcBef>
                <a:defRPr sz="2400"/>
              </a:pPr>
            </a:p>
          </p:txBody>
        </p:sp>
        <p:sp>
          <p:nvSpPr>
            <p:cNvPr id="106" name="The primary scope of this project is to evaluate and benchmark the performance of four advanced versions of the YOLO (You Only Look Once) object detection architecture—YOLOv8, YOLOv9, YOLOv10, and YOLOv11—specifically for the task of surface crack detect"/>
            <p:cNvSpPr txBox="1"/>
            <p:nvPr/>
          </p:nvSpPr>
          <p:spPr>
            <a:xfrm>
              <a:off x="3656" y="0"/>
              <a:ext cx="10340569" cy="21652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lvl1pPr defTabSz="457200">
                <a:lnSpc>
                  <a:spcPts val="4500"/>
                </a:lnSpc>
                <a:spcBef>
                  <a:spcPts val="1000"/>
                </a:spcBef>
                <a:defRPr sz="2400">
                  <a:latin typeface="Times New Roman"/>
                  <a:ea typeface="Times New Roman"/>
                  <a:cs typeface="Times New Roman"/>
                  <a:sym typeface="Times New Roman"/>
                </a:defRPr>
              </a:lvl1pPr>
            </a:lstStyle>
            <a:p>
              <a:pPr/>
              <a:r>
                <a:t>The primary scope of this project is to evaluate and benchmark the performance of four advanced versions of the YOLO (You Only Look Once) object detection architecture—YOLOv8, YOLOv9, YOLOv10, and YOLOv11—specifically for the task of surface crack detection in civil structures. Rather than focusing on deployment or integration with UAVs or embedded systems, the study remains confined to a comparative analysis of model performance on a curated and well-annotated dataset, with the objective of identifying the most suitable model. architecture for future use.</a:t>
              </a:r>
            </a:p>
          </p:txBody>
        </p:sp>
      </p:grpSp>
      <p:grpSp>
        <p:nvGrpSpPr>
          <p:cNvPr id="110" name="Text Placeholder 68"/>
          <p:cNvGrpSpPr/>
          <p:nvPr/>
        </p:nvGrpSpPr>
        <p:grpSpPr>
          <a:xfrm>
            <a:off x="365887" y="3002539"/>
            <a:ext cx="10363636" cy="4170562"/>
            <a:chOff x="0" y="0"/>
            <a:chExt cx="10363634" cy="4170560"/>
          </a:xfrm>
        </p:grpSpPr>
        <p:sp>
          <p:nvSpPr>
            <p:cNvPr id="108" name="Rectangle"/>
            <p:cNvSpPr/>
            <p:nvPr/>
          </p:nvSpPr>
          <p:spPr>
            <a:xfrm>
              <a:off x="0" y="0"/>
              <a:ext cx="10363635" cy="4170561"/>
            </a:xfrm>
            <a:prstGeom prst="rect">
              <a:avLst/>
            </a:prstGeom>
            <a:noFill/>
            <a:ln w="15875" cap="flat">
              <a:solidFill>
                <a:srgbClr val="42719B"/>
              </a:solidFill>
              <a:prstDash val="solid"/>
              <a:round/>
            </a:ln>
            <a:effectLst/>
          </p:spPr>
          <p:txBody>
            <a:bodyPr wrap="square" lIns="45719" tIns="45719" rIns="45719" bIns="45719" numCol="1" anchor="t">
              <a:noAutofit/>
            </a:bodyPr>
            <a:lstStyle/>
            <a:p>
              <a:pPr defTabSz="2138323">
                <a:lnSpc>
                  <a:spcPct val="90000"/>
                </a:lnSpc>
                <a:spcBef>
                  <a:spcPts val="2300"/>
                </a:spcBef>
                <a:defRPr sz="2400"/>
              </a:pPr>
            </a:p>
          </p:txBody>
        </p:sp>
        <p:sp>
          <p:nvSpPr>
            <p:cNvPr id="109" name="The primary aim is to identify the most effective object detection model for accurately and efficiently detecting cracks.…"/>
            <p:cNvSpPr txBox="1"/>
            <p:nvPr/>
          </p:nvSpPr>
          <p:spPr>
            <a:xfrm>
              <a:off x="53728" y="7948"/>
              <a:ext cx="10306882" cy="41407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noAutofit/>
            </a:bodyPr>
            <a:lstStyle/>
            <a:p>
              <a:pPr defTabSz="2138323">
                <a:lnSpc>
                  <a:spcPct val="90000"/>
                </a:lnSpc>
                <a:spcBef>
                  <a:spcPts val="2300"/>
                </a:spcBef>
                <a:defRPr sz="2400"/>
              </a:pPr>
              <a:r>
                <a:t>The primary aim is to identify the most effective object detection model for accurately and efficiently detecting cracks.</a:t>
              </a:r>
            </a:p>
            <a:p>
              <a:pPr defTabSz="2438400">
                <a:spcBef>
                  <a:spcPts val="2400"/>
                </a:spcBef>
                <a:defRPr b="1" sz="2400">
                  <a:latin typeface="Times New Roman"/>
                  <a:ea typeface="Times New Roman"/>
                  <a:cs typeface="Times New Roman"/>
                  <a:sym typeface="Times New Roman"/>
                </a:defRPr>
              </a:pPr>
              <a:r>
                <a:t>UAV Integration:</a:t>
              </a:r>
              <a:r>
                <a:rPr b="0"/>
                <a:t> This vision model can be deployed on UAVs (drones) to detect cracks in real time. Upon detection, it can notify authorities immediately, preventing the usage of unsafe structures and enabling rapid deployment of maintenance teams.</a:t>
              </a:r>
              <a:endParaRPr b="0"/>
            </a:p>
            <a:p>
              <a:pPr defTabSz="2438400">
                <a:spcBef>
                  <a:spcPts val="2400"/>
                </a:spcBef>
                <a:defRPr b="1" sz="2400">
                  <a:latin typeface="Times New Roman"/>
                  <a:ea typeface="Times New Roman"/>
                  <a:cs typeface="Times New Roman"/>
                  <a:sym typeface="Times New Roman"/>
                </a:defRPr>
              </a:pPr>
              <a:r>
                <a:t>Ceiling Camera Utilisation</a:t>
              </a:r>
              <a:r>
                <a:rPr b="0"/>
                <a:t>: Surveillance cameras positioned around infrastructure sites can integrate this model to detect cracks, especially during natural disasters or structural failures. Automated alerts enable quick responses, minimizing risks and preventing potential catastrophes.</a:t>
              </a:r>
            </a:p>
          </p:txBody>
        </p:sp>
      </p:grpSp>
      <p:sp>
        <p:nvSpPr>
          <p:cNvPr id="111" name="Rectangle 21"/>
          <p:cNvSpPr txBox="1"/>
          <p:nvPr/>
        </p:nvSpPr>
        <p:spPr>
          <a:xfrm>
            <a:off x="376260" y="2456580"/>
            <a:ext cx="2414697" cy="54933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3600"/>
            </a:lvl1pPr>
          </a:lstStyle>
          <a:p>
            <a:pPr/>
            <a:r>
              <a:t>Introduction</a:t>
            </a:r>
          </a:p>
        </p:txBody>
      </p:sp>
      <p:sp>
        <p:nvSpPr>
          <p:cNvPr id="112" name="From a deployment perspective, YOLOv9-tiny with AdamW is an ideal candidate for real-time, resource-constrained applications such as drone-based inspections, on-site crack monitoring, and embedded surveillance. The results reaffirm that optimizer selecti"/>
          <p:cNvSpPr txBox="1"/>
          <p:nvPr/>
        </p:nvSpPr>
        <p:spPr>
          <a:xfrm>
            <a:off x="10751765" y="19586900"/>
            <a:ext cx="10254395" cy="4894968"/>
          </a:xfrm>
          <a:prstGeom prst="rect">
            <a:avLst/>
          </a:prstGeom>
          <a:ln w="15875">
            <a:solidFill>
              <a:srgbClr val="4D7099"/>
            </a:solidFill>
          </a:ln>
          <a:extLst>
            <a:ext uri="{C572A759-6A51-4108-AA02-DFA0A04FC94B}">
              <ma14:wrappingTextBoxFlag xmlns:ma14="http://schemas.microsoft.com/office/mac/drawingml/2011/main" val="1"/>
            </a:ext>
          </a:extLst>
        </p:spPr>
        <p:txBody>
          <a:bodyPr lIns="45719" rIns="45719"/>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111111"/>
                </a:solidFill>
              </a:defRPr>
            </a:pPr>
          </a:p>
          <a:p>
            <a:pPr algn="just" defTabSz="457200">
              <a:lnSpc>
                <a:spcPts val="4700"/>
              </a:lnSpc>
              <a:defRPr sz="2400">
                <a:latin typeface="Times New Roman"/>
                <a:ea typeface="Times New Roman"/>
                <a:cs typeface="Times New Roman"/>
                <a:sym typeface="Times New Roman"/>
              </a:defRPr>
            </a:pPr>
            <a:r>
              <a:t>From a deployment perspective, </a:t>
            </a:r>
            <a:r>
              <a:rPr b="1"/>
              <a:t>YOLOv9-tiny with AdamW</a:t>
            </a:r>
            <a:r>
              <a:t> is an ideal candidate for </a:t>
            </a:r>
            <a:r>
              <a:rPr b="1"/>
              <a:t>real-time, resource-constrained applications</a:t>
            </a:r>
            <a:r>
              <a:t> such as drone-based inspections, on-site crack monitoring, and embedded surveillance. The results reaffirm that optimizer selection plays a crucial role not only in convergence but also in feature sensitivity, even in compact model variants.</a:t>
            </a:r>
          </a:p>
        </p:txBody>
      </p:sp>
      <p:pic>
        <p:nvPicPr>
          <p:cNvPr id="113" name="pasted-movie.png" descr="pasted-movie.png"/>
          <p:cNvPicPr>
            <a:picLocks noChangeAspect="1"/>
          </p:cNvPicPr>
          <p:nvPr/>
        </p:nvPicPr>
        <p:blipFill>
          <a:blip r:embed="rId4">
            <a:extLst/>
          </a:blip>
          <a:stretch>
            <a:fillRect/>
          </a:stretch>
        </p:blipFill>
        <p:spPr>
          <a:xfrm>
            <a:off x="10751765" y="19586900"/>
            <a:ext cx="10086630" cy="2853012"/>
          </a:xfrm>
          <a:prstGeom prst="rect">
            <a:avLst/>
          </a:prstGeom>
          <a:ln w="12700">
            <a:miter lim="400000"/>
          </a:ln>
        </p:spPr>
      </p:pic>
      <p:sp>
        <p:nvSpPr>
          <p:cNvPr id="114" name="Rectangle 27"/>
          <p:cNvSpPr txBox="1"/>
          <p:nvPr/>
        </p:nvSpPr>
        <p:spPr>
          <a:xfrm>
            <a:off x="10711111" y="25016020"/>
            <a:ext cx="10332008" cy="4894968"/>
          </a:xfrm>
          <a:prstGeom prst="rect">
            <a:avLst/>
          </a:prstGeom>
          <a:ln w="15875">
            <a:solidFill>
              <a:srgbClr val="4D7099"/>
            </a:solidFill>
            <a:miter lim="400000"/>
          </a:ln>
          <a:extLst>
            <a:ext uri="{C572A759-6A51-4108-AA02-DFA0A04FC94B}">
              <ma14:wrappingTextBoxFlag xmlns:ma14="http://schemas.microsoft.com/office/mac/drawingml/2011/main" val="1"/>
            </a:ext>
          </a:extLst>
        </p:spPr>
        <p:txBody>
          <a:bodyPr lIns="45719" rIns="45719">
            <a:spAutoFit/>
          </a:bodyPr>
          <a:lstStyle/>
          <a:p>
            <a:pPr marL="465666" indent="-465666" algn="just" defTabSz="12700">
              <a:buClr>
                <a:srgbClr val="000000"/>
              </a:buClr>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Times New Roman"/>
                <a:ea typeface="Times New Roman"/>
                <a:cs typeface="Times New Roman"/>
                <a:sym typeface="Times New Roman"/>
              </a:defRPr>
            </a:pPr>
            <a:r>
              <a:t>Taffese, W. Z., Sharma, R., Afsharmovahed, M. H., Manogaran, G., &amp; Chen, G. (2025, January). Benchmarking YOLOv8 for Optimal Crack Detection in Civil Infrastructure. Conference Paper. Retrieved from </a:t>
            </a:r>
            <a:r>
              <a:rPr u="sng">
                <a:solidFill>
                  <a:srgbClr val="0000FF"/>
                </a:solidFill>
                <a:uFill>
                  <a:solidFill>
                    <a:srgbClr val="0000FF"/>
                  </a:solidFill>
                </a:uFill>
                <a:hlinkClick r:id="rId5" invalidUrl="" action="" tgtFrame="" tooltip="" history="1" highlightClick="0" endSnd="0"/>
              </a:rPr>
              <a:t>https://www.researchgate.net/publication/387952132</a:t>
            </a:r>
            <a:r>
              <a:t>.</a:t>
            </a:r>
          </a:p>
          <a:p>
            <a:pPr marL="465666" indent="-465666" algn="just" defTabSz="12700">
              <a:buClr>
                <a:srgbClr val="000000"/>
              </a:buClr>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Times New Roman"/>
                <a:ea typeface="Times New Roman"/>
                <a:cs typeface="Times New Roman"/>
                <a:sym typeface="Times New Roman"/>
              </a:defRPr>
            </a:pPr>
            <a:r>
              <a:t>Sohaib, M.; Arif, M.; Kim, J.-M. Evaluating YOLO Models for Efficient Crack Detection in Concrete Structures Using Transfer Learning. Buildings 2024, 14, 3928. </a:t>
            </a:r>
            <a:r>
              <a:rPr u="sng">
                <a:solidFill>
                  <a:srgbClr val="0000FF"/>
                </a:solidFill>
                <a:uFill>
                  <a:solidFill>
                    <a:srgbClr val="0000FF"/>
                  </a:solidFill>
                </a:uFill>
                <a:hlinkClick r:id="rId6" invalidUrl="" action="" tgtFrame="" tooltip="" history="1" highlightClick="0" endSnd="0"/>
              </a:rPr>
              <a:t>https://doi.org/10.3390 buildings14123928 </a:t>
            </a:r>
          </a:p>
          <a:p>
            <a:pPr marL="465666" indent="-465666" algn="just" defTabSz="12700">
              <a:buClr>
                <a:srgbClr val="000000"/>
              </a:buClr>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Times New Roman"/>
                <a:ea typeface="Times New Roman"/>
                <a:cs typeface="Times New Roman"/>
                <a:sym typeface="Times New Roman"/>
              </a:defRPr>
            </a:pPr>
            <a:r>
              <a:t>Akyürek, H. A., Kozan, H. İ., &amp; Taşdemir, Ş. (2024). Surface Crack Detection in Historical Buildings with Deep Learning-based YOLO Algorithms: A Comparative Study. CRPASE: Transactions of Electrical, Electronic and Computer Engineering, 10(3), 1–14. </a:t>
            </a:r>
            <a:r>
              <a:rPr u="sng">
                <a:solidFill>
                  <a:srgbClr val="0000FF"/>
                </a:solidFill>
                <a:uFill>
                  <a:solidFill>
                    <a:srgbClr val="0000FF"/>
                  </a:solidFill>
                </a:uFill>
                <a:hlinkClick r:id="rId7" invalidUrl="" action="" tgtFrame="" tooltip="" history="1" highlightClick="0" endSnd="0"/>
              </a:rPr>
              <a:t>https://doi.org/10.61186/crpase.10.3.2904</a:t>
            </a:r>
          </a:p>
          <a:p>
            <a:pPr marL="465666" indent="-465666" algn="just" defTabSz="12700">
              <a:buClr>
                <a:srgbClr val="000000"/>
              </a:buClr>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Times New Roman"/>
                <a:ea typeface="Times New Roman"/>
                <a:cs typeface="Times New Roman"/>
                <a:sym typeface="Times New Roman"/>
              </a:defRPr>
            </a:pPr>
            <a:r>
              <a:t>Chen, Y.; Zhu, Z.; Lin, Z.; Zhou, Y. Building Surface Crack Detection Using Deep Learning Technology. Buildings 2023, 13, 1814. </a:t>
            </a:r>
            <a:r>
              <a:rPr u="sng">
                <a:solidFill>
                  <a:srgbClr val="0000FF"/>
                </a:solidFill>
                <a:uFill>
                  <a:solidFill>
                    <a:srgbClr val="0000FF"/>
                  </a:solidFill>
                </a:uFill>
                <a:hlinkClick r:id="rId8" invalidUrl="" action="" tgtFrame="" tooltip="" history="1" highlightClick="0" endSnd="0"/>
              </a:rPr>
              <a:t>https://doi.org/10.3390/ buildings13071814</a:t>
            </a:r>
          </a:p>
        </p:txBody>
      </p:sp>
      <p:sp>
        <p:nvSpPr>
          <p:cNvPr id="115" name="Rectangle 28"/>
          <p:cNvSpPr txBox="1"/>
          <p:nvPr/>
        </p:nvSpPr>
        <p:spPr>
          <a:xfrm>
            <a:off x="10736871" y="18948366"/>
            <a:ext cx="2132743" cy="54933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3600"/>
            </a:lvl1pPr>
          </a:lstStyle>
          <a:p>
            <a:pPr/>
            <a:r>
              <a:t>Conclusion</a:t>
            </a:r>
          </a:p>
        </p:txBody>
      </p:sp>
      <p:pic>
        <p:nvPicPr>
          <p:cNvPr id="116" name="Picture 1" descr="Picture 1"/>
          <p:cNvPicPr>
            <a:picLocks noChangeAspect="1"/>
          </p:cNvPicPr>
          <p:nvPr/>
        </p:nvPicPr>
        <p:blipFill>
          <a:blip r:embed="rId9">
            <a:extLst/>
          </a:blip>
          <a:stretch>
            <a:fillRect/>
          </a:stretch>
        </p:blipFill>
        <p:spPr>
          <a:xfrm>
            <a:off x="415402" y="419067"/>
            <a:ext cx="2142949" cy="2069596"/>
          </a:xfrm>
          <a:prstGeom prst="rect">
            <a:avLst/>
          </a:prstGeom>
          <a:ln w="12700">
            <a:miter lim="400000"/>
          </a:ln>
        </p:spPr>
      </p:pic>
      <p:grpSp>
        <p:nvGrpSpPr>
          <p:cNvPr id="120" name="Text Placeholder 68"/>
          <p:cNvGrpSpPr/>
          <p:nvPr/>
        </p:nvGrpSpPr>
        <p:grpSpPr>
          <a:xfrm>
            <a:off x="365887" y="7717299"/>
            <a:ext cx="10363636" cy="6257905"/>
            <a:chOff x="-13634" y="-1943100"/>
            <a:chExt cx="10363634" cy="6257904"/>
          </a:xfrm>
        </p:grpSpPr>
        <p:sp>
          <p:nvSpPr>
            <p:cNvPr id="117" name="Rectangle"/>
            <p:cNvSpPr/>
            <p:nvPr/>
          </p:nvSpPr>
          <p:spPr>
            <a:xfrm>
              <a:off x="-13635" y="-1943101"/>
              <a:ext cx="10363636" cy="6257906"/>
            </a:xfrm>
            <a:prstGeom prst="rect">
              <a:avLst/>
            </a:prstGeom>
            <a:noFill/>
            <a:ln w="15875" cap="flat">
              <a:solidFill>
                <a:srgbClr val="42719B"/>
              </a:solidFill>
              <a:prstDash val="solid"/>
              <a:round/>
            </a:ln>
            <a:effectLst/>
          </p:spPr>
          <p:txBody>
            <a:bodyPr wrap="square" lIns="45719" tIns="45719" rIns="45719" bIns="45719" numCol="1" anchor="t">
              <a:noAutofit/>
            </a:bodyPr>
            <a:lstStyle/>
            <a:p>
              <a:pPr defTabSz="2138323">
                <a:lnSpc>
                  <a:spcPct val="90000"/>
                </a:lnSpc>
                <a:spcBef>
                  <a:spcPts val="2300"/>
                </a:spcBef>
                <a:defRPr sz="2400"/>
              </a:pPr>
            </a:p>
          </p:txBody>
        </p:sp>
        <p:sp>
          <p:nvSpPr>
            <p:cNvPr id="118" name="The motivation for this research stems from the growing global concern over deteriorating infrastructure and the preventable tragedies that arise from undetected structural failures. Numerous high-profile incidents underscore the urgent need for intellig"/>
            <p:cNvSpPr txBox="1"/>
            <p:nvPr/>
          </p:nvSpPr>
          <p:spPr>
            <a:xfrm>
              <a:off x="53657" y="-1935163"/>
              <a:ext cx="10242686" cy="61142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defTabSz="457200">
                <a:lnSpc>
                  <a:spcPts val="4700"/>
                </a:lnSpc>
                <a:spcBef>
                  <a:spcPts val="1000"/>
                </a:spcBef>
                <a:defRPr sz="2400">
                  <a:latin typeface="Times New Roman"/>
                  <a:ea typeface="Times New Roman"/>
                  <a:cs typeface="Times New Roman"/>
                  <a:sym typeface="Times New Roman"/>
                </a:defRPr>
              </a:pPr>
              <a:r>
                <a:t>The motivation for this research stems from the growing global concern over deteriorating infrastructure and the preventable tragedies that arise from undetected structural failures. Numerous high-profile incidents underscore the urgent need for intelligent, real-time structural health monitoring systems:</a:t>
              </a:r>
            </a:p>
            <a:p>
              <a:pPr algn="ctr" defTabSz="457200">
                <a:lnSpc>
                  <a:spcPts val="4700"/>
                </a:lnSpc>
                <a:spcBef>
                  <a:spcPts val="1000"/>
                </a:spcBef>
                <a:defRPr sz="2400">
                  <a:latin typeface="Times New Roman"/>
                  <a:ea typeface="Times New Roman"/>
                  <a:cs typeface="Times New Roman"/>
                  <a:sym typeface="Times New Roman"/>
                </a:defRPr>
              </a:pPr>
            </a:p>
          </p:txBody>
        </p:sp>
        <p:pic>
          <p:nvPicPr>
            <p:cNvPr id="119" name="Image" descr="Image"/>
            <p:cNvPicPr>
              <a:picLocks noChangeAspect="1"/>
            </p:cNvPicPr>
            <p:nvPr/>
          </p:nvPicPr>
          <p:blipFill>
            <a:blip r:embed="rId10">
              <a:extLst/>
            </a:blip>
            <a:stretch>
              <a:fillRect/>
            </a:stretch>
          </p:blipFill>
          <p:spPr>
            <a:xfrm>
              <a:off x="53657" y="-1935163"/>
              <a:ext cx="6001244" cy="4000830"/>
            </a:xfrm>
            <a:prstGeom prst="rect">
              <a:avLst/>
            </a:prstGeom>
            <a:ln w="12700" cap="flat">
              <a:noFill/>
              <a:miter lim="400000"/>
            </a:ln>
            <a:effectLst/>
          </p:spPr>
        </p:pic>
      </p:grpSp>
      <p:sp>
        <p:nvSpPr>
          <p:cNvPr id="121" name="Rectangle 24"/>
          <p:cNvSpPr txBox="1"/>
          <p:nvPr/>
        </p:nvSpPr>
        <p:spPr>
          <a:xfrm>
            <a:off x="369835" y="7196958"/>
            <a:ext cx="2148147" cy="54933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3600"/>
            </a:lvl1pPr>
          </a:lstStyle>
          <a:p>
            <a:pPr/>
            <a:r>
              <a:t>Motivation</a:t>
            </a:r>
          </a:p>
        </p:txBody>
      </p:sp>
      <p:sp>
        <p:nvSpPr>
          <p:cNvPr id="122" name="Rectangle 28"/>
          <p:cNvSpPr txBox="1"/>
          <p:nvPr/>
        </p:nvSpPr>
        <p:spPr>
          <a:xfrm>
            <a:off x="10731178" y="24476612"/>
            <a:ext cx="2144128" cy="549336"/>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3600"/>
            </a:lvl1pPr>
          </a:lstStyle>
          <a:p>
            <a:pPr/>
            <a:r>
              <a:t>References</a:t>
            </a:r>
          </a:p>
        </p:txBody>
      </p:sp>
      <p:sp>
        <p:nvSpPr>
          <p:cNvPr id="123" name="Parameter Fine-Tuning…"/>
          <p:cNvSpPr/>
          <p:nvPr/>
        </p:nvSpPr>
        <p:spPr>
          <a:xfrm>
            <a:off x="10729027" y="3002972"/>
            <a:ext cx="10270777" cy="7769425"/>
          </a:xfrm>
          <a:prstGeom prst="rect">
            <a:avLst/>
          </a:prstGeom>
          <a:solidFill>
            <a:srgbClr val="FFFFFF"/>
          </a:solidFill>
          <a:ln w="15875">
            <a:solidFill>
              <a:schemeClr val="accent1"/>
            </a:solidFill>
            <a:miter/>
          </a:ln>
          <a:extLst>
            <a:ext uri="{C572A759-6A51-4108-AA02-DFA0A04FC94B}">
              <ma14:wrappingTextBoxFlag xmlns:ma14="http://schemas.microsoft.com/office/mac/drawingml/2011/main" val="1"/>
            </a:ext>
          </a:extLst>
        </p:spPr>
        <p:txBody>
          <a:bodyPr lIns="45719" rIns="45719" anchor="ctr"/>
          <a:lstStyle/>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400">
                <a:solidFill>
                  <a:srgbClr val="111111"/>
                </a:solidFill>
                <a:latin typeface="Times New Roman"/>
                <a:ea typeface="Times New Roman"/>
                <a:cs typeface="Times New Roman"/>
                <a:sym typeface="Times New Roman"/>
              </a:defRPr>
            </a:pPr>
            <a:r>
              <a:t>Parameter Fine-Tuning</a:t>
            </a:r>
            <a:endParaRPr b="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111111"/>
                </a:solidFill>
                <a:latin typeface="Times New Roman"/>
                <a:ea typeface="Times New Roman"/>
                <a:cs typeface="Times New Roman"/>
                <a:sym typeface="Times New Roman"/>
              </a:defRPr>
            </a:pPr>
            <a:r>
              <a:t>Hyperparameters are carefully adjusted to improve accuracy. Key parameters include learning rate, batch size, and number of epochs. Additional tuning involves modifying anchor box sizes and refining augmentation strategies. These optimizations ensure the model adapts well to the specific characteristics of crack detection.</a:t>
            </a: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400">
                <a:solidFill>
                  <a:srgbClr val="111111"/>
                </a:solidFill>
                <a:latin typeface="Times New Roman"/>
                <a:ea typeface="Times New Roman"/>
                <a:cs typeface="Times New Roman"/>
                <a:sym typeface="Times New Roman"/>
              </a:defRPr>
            </a:pPr>
            <a:r>
              <a:t>Training and Validation</a:t>
            </a:r>
            <a:endParaRPr b="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111111"/>
                </a:solidFill>
                <a:latin typeface="Times New Roman"/>
                <a:ea typeface="Times New Roman"/>
                <a:cs typeface="Times New Roman"/>
                <a:sym typeface="Times New Roman"/>
              </a:defRPr>
            </a:pPr>
            <a:r>
              <a:t>The model is trained on the annotated dataset by minimizing losses: bounding box loss (position accuracy), classification loss (correct labeling), and confidence loss (object presence). The validation set helps monitor training progress and prevents overfitting, ensuring the model performs well on new, unseen data.</a:t>
            </a: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400">
                <a:solidFill>
                  <a:srgbClr val="111111"/>
                </a:solidFill>
                <a:latin typeface="Times New Roman"/>
                <a:ea typeface="Times New Roman"/>
                <a:cs typeface="Times New Roman"/>
                <a:sym typeface="Times New Roman"/>
              </a:defRPr>
            </a:pPr>
            <a:r>
              <a:t>Fine-Tuned Output</a:t>
            </a:r>
            <a:endParaRPr b="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111111"/>
                </a:solidFill>
                <a:latin typeface="Times New Roman"/>
                <a:ea typeface="Times New Roman"/>
                <a:cs typeface="Times New Roman"/>
                <a:sym typeface="Times New Roman"/>
              </a:defRPr>
            </a:pPr>
            <a:r>
              <a:t>The final YOLO model can accurately detect cracks in a wide variety of conditions. It generalizes well, even in real-world scenarios involving different lighting, orientations, and noise. This makes it suitable for practical structural inspection tasks like bridge and road monitoring.</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2119488" rtl="0" fontAlgn="auto" latinLnBrk="0" hangingPunct="0">
          <a:lnSpc>
            <a:spcPct val="100000"/>
          </a:lnSpc>
          <a:spcBef>
            <a:spcPts val="0"/>
          </a:spcBef>
          <a:spcAft>
            <a:spcPts val="0"/>
          </a:spcAft>
          <a:buClrTx/>
          <a:buSzTx/>
          <a:buFontTx/>
          <a:buNone/>
          <a:tabLst/>
          <a:defRPr b="0" baseline="0" cap="none" i="0" spc="0" strike="noStrike" sz="41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